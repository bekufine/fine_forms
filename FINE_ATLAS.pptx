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表紙。FINE ATLASは、地域限定・飲食店向けの魚のサブスク定期便サービス。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FINE ATLAS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circle"/>
          <p:cNvSpPr/>
          <p:nvPr/>
        </p:nvSpPr>
        <p:spPr>
          <a:xfrm>
            <a:off x="5120640" y="-548640"/>
            <a:ext cx="5120640" cy="5120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hero-photo" descr="鮮魚の木箱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822960"/>
            <a:ext cx="3108960" cy="310896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FINE ATLAS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魚の仕入れを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もっとシンプルに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地域限定・飲食店向け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魚のサブスク定期便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お試しセット  →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仕入れ  ×  仕込みアウトソーシング  ×  小口配送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魚の仕入れは、複雑です</a:t>
            </a:r>
            <a:endParaRPr lang="en-US" dirty="0"/>
          </a:p>
        </p:txBody>
      </p:sp>
      <p:sp>
        <p:nvSpPr>
          <p:cNvPr id="3" name="chip-野菜"/>
          <p:cNvSpPr/>
          <p:nvPr/>
        </p:nvSpPr>
        <p:spPr>
          <a:xfrm>
            <a:off x="457200" y="137160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野菜</a:t>
            </a:r>
            <a:endParaRPr lang="en-US" sz="1600" dirty="0"/>
          </a:p>
        </p:txBody>
      </p:sp>
      <p:sp>
        <p:nvSpPr>
          <p:cNvPr id="5" name="chip-価格"/>
          <p:cNvSpPr/>
          <p:nvPr/>
        </p:nvSpPr>
        <p:spPr>
          <a:xfrm>
            <a:off x="2560320" y="137160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価格</a:t>
            </a:r>
            <a:endParaRPr lang="en-US" sz="1600" dirty="0"/>
          </a:p>
        </p:txBody>
      </p:sp>
      <p:sp>
        <p:nvSpPr>
          <p:cNvPr id="7" name="chip-在庫"/>
          <p:cNvSpPr/>
          <p:nvPr/>
        </p:nvSpPr>
        <p:spPr>
          <a:xfrm>
            <a:off x="4663440" y="137160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在庫</a:t>
            </a:r>
            <a:endParaRPr lang="en-US" sz="1600" dirty="0"/>
          </a:p>
        </p:txBody>
      </p:sp>
      <p:sp>
        <p:nvSpPr>
          <p:cNvPr id="9" name="chip-水揚げ"/>
          <p:cNvSpPr/>
          <p:nvPr/>
        </p:nvSpPr>
        <p:spPr>
          <a:xfrm>
            <a:off x="6766560" y="137160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水揚げ</a:t>
            </a:r>
            <a:endParaRPr lang="en-US" sz="1600" dirty="0"/>
          </a:p>
        </p:txBody>
      </p:sp>
      <p:sp>
        <p:nvSpPr>
          <p:cNvPr id="11" name="chip-仕込み"/>
          <p:cNvSpPr/>
          <p:nvPr/>
        </p:nvSpPr>
        <p:spPr>
          <a:xfrm>
            <a:off x="457200" y="219456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仕込み</a:t>
            </a:r>
            <a:endParaRPr lang="en-US" sz="1600" dirty="0"/>
          </a:p>
        </p:txBody>
      </p:sp>
      <p:sp>
        <p:nvSpPr>
          <p:cNvPr id="13" name="chip-サイズ"/>
          <p:cNvSpPr/>
          <p:nvPr/>
        </p:nvSpPr>
        <p:spPr>
          <a:xfrm>
            <a:off x="2560320" y="219456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サイズ</a:t>
            </a:r>
            <a:endParaRPr lang="en-US" sz="1600" dirty="0"/>
          </a:p>
        </p:txBody>
      </p:sp>
      <p:sp>
        <p:nvSpPr>
          <p:cNvPr id="15" name="chip-入手"/>
          <p:cNvSpPr/>
          <p:nvPr/>
        </p:nvSpPr>
        <p:spPr>
          <a:xfrm>
            <a:off x="4663440" y="219456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入手</a:t>
            </a:r>
            <a:endParaRPr lang="en-US" sz="1600" dirty="0"/>
          </a:p>
        </p:txBody>
      </p:sp>
      <p:sp>
        <p:nvSpPr>
          <p:cNvPr id="17" name="chip-鮮度"/>
          <p:cNvSpPr/>
          <p:nvPr/>
        </p:nvSpPr>
        <p:spPr>
          <a:xfrm>
            <a:off x="6766560" y="2194560"/>
            <a:ext cx="182880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鮮度</a:t>
            </a:r>
            <a:endParaRPr lang="en-US" sz="1600" dirty="0"/>
          </a:p>
        </p:txBody>
      </p:sp>
      <p:sp>
        <p:nvSpPr>
          <p:cNvPr id="19" name="answer-card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だから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657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魚の仕入れ方を変える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へ切り替える流れです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ファインアトラスの3つの特徴</a:t>
            </a:r>
            <a:endParaRPr lang="en-US" dirty="0"/>
          </a:p>
        </p:txBody>
      </p:sp>
      <p:sp>
        <p:nvSpPr>
          <p:cNvPr id="3" name="feature-card-01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産直</a:t>
            </a:r>
            <a:endParaRPr lang="en-US" sz="1400" dirty="0"/>
          </a:p>
        </p:txBody>
      </p:sp>
      <p:pic>
        <p:nvPicPr>
          <p:cNvPr id="7" name="feature-photo-01" descr="鮮魚の木箱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94560"/>
            <a:ext cx="214884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474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産地から直接仕入れ、鮮度と価格を両立。</a:t>
            </a:r>
            <a:endParaRPr lang="en-US" sz="1200" dirty="0"/>
          </a:p>
        </p:txBody>
      </p:sp>
      <p:sp>
        <p:nvSpPr>
          <p:cNvPr id="9" name="feature-card-02"/>
          <p:cNvSpPr/>
          <p:nvPr/>
        </p:nvSpPr>
        <p:spPr>
          <a:xfrm>
            <a:off x="324612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仕込みのアウトソーシング</a:t>
            </a:r>
            <a:endParaRPr lang="en-US" sz="1400" dirty="0"/>
          </a:p>
        </p:txBody>
      </p:sp>
      <p:sp>
        <p:nvSpPr>
          <p:cNvPr id="13" name="feature-photo-02"/>
          <p:cNvSpPr/>
          <p:nvPr/>
        </p:nvSpPr>
        <p:spPr>
          <a:xfrm>
            <a:off x="3474720" y="2194560"/>
            <a:ext cx="2148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21945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474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下処理・仕込みまで任せて、厨房の手間を削減。</a:t>
            </a:r>
            <a:endParaRPr lang="en-US" sz="1200" dirty="0"/>
          </a:p>
        </p:txBody>
      </p:sp>
      <p:sp>
        <p:nvSpPr>
          <p:cNvPr id="16" name="feature-card-03"/>
          <p:cNvSpPr/>
          <p:nvPr/>
        </p:nvSpPr>
        <p:spPr>
          <a:xfrm>
            <a:off x="6035040" y="1280160"/>
            <a:ext cx="2606040" cy="32004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仕入れの見える化</a:t>
            </a:r>
            <a:endParaRPr lang="en-US" sz="1400" dirty="0"/>
          </a:p>
        </p:txBody>
      </p:sp>
      <p:sp>
        <p:nvSpPr>
          <p:cNvPr id="20" name="feature-photo-03"/>
          <p:cNvSpPr/>
          <p:nvPr/>
        </p:nvSpPr>
        <p:spPr>
          <a:xfrm>
            <a:off x="6263640" y="2194560"/>
            <a:ext cx="2148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63640" y="21945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スマホ画面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3474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スマホ画面で、仕入れ内容をひと目で確認。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「産地から厨房まで」</a:t>
            </a:r>
            <a:endParaRPr lang="en-US" dirty="0"/>
          </a:p>
        </p:txBody>
      </p:sp>
      <p:sp>
        <p:nvSpPr>
          <p:cNvPr id="3" name="flow-line"/>
          <p:cNvSpPr/>
          <p:nvPr/>
        </p:nvSpPr>
        <p:spPr>
          <a:xfrm>
            <a:off x="1005840" y="2103120"/>
            <a:ext cx="71323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pic>
        <p:nvPicPr>
          <p:cNvPr id="6" name="step-photo-1" descr="鮮魚の木箱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146304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産地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8288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朝獲れの魚を産地で確保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9202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ep-photo-2"/>
          <p:cNvSpPr/>
          <p:nvPr/>
        </p:nvSpPr>
        <p:spPr>
          <a:xfrm>
            <a:off x="2057400" y="1097280"/>
            <a:ext cx="14630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江坂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拠点で入荷・検品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19202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step-photo-3"/>
          <p:cNvSpPr/>
          <p:nvPr/>
        </p:nvSpPr>
        <p:spPr>
          <a:xfrm>
            <a:off x="3840480" y="1097280"/>
            <a:ext cx="14630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048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仕込み・品質管理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扱いやすい状態に仕込む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19202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tep-photo-4"/>
          <p:cNvSpPr/>
          <p:nvPr/>
        </p:nvSpPr>
        <p:spPr>
          <a:xfrm>
            <a:off x="5623560" y="1097280"/>
            <a:ext cx="14630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2356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配送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53212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北新地・難波へ小口配送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19202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tep-photo-5"/>
          <p:cNvSpPr/>
          <p:nvPr/>
        </p:nvSpPr>
        <p:spPr>
          <a:xfrm>
            <a:off x="7406640" y="1097280"/>
            <a:ext cx="14630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0664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厨房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そのまま使える状態で納品</a:t>
            </a:r>
            <a:endParaRPr lang="en-US" sz="1100" dirty="0"/>
          </a:p>
        </p:txBody>
      </p:sp>
      <p:sp>
        <p:nvSpPr>
          <p:cNvPr id="33" name="flow-summary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産地で時間を止める。江坂で時間を動かす。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この時期の魚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一年中、同じ魚を無理にそろえない。その時期に良い魚を。</a:t>
            </a:r>
            <a:endParaRPr lang="en-US" sz="1400" dirty="0"/>
          </a:p>
        </p:txBody>
      </p:sp>
      <p:sp>
        <p:nvSpPr>
          <p:cNvPr id="4" name="fish-甘鯛"/>
          <p:cNvSpPr/>
          <p:nvPr/>
        </p:nvSpPr>
        <p:spPr>
          <a:xfrm>
            <a:off x="457200" y="15087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fish-photo-甘鯛"/>
          <p:cNvSpPr/>
          <p:nvPr/>
        </p:nvSpPr>
        <p:spPr>
          <a:xfrm>
            <a:off x="594360" y="1645920"/>
            <a:ext cx="1005840" cy="105156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写真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459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甘鯛</a:t>
            </a:r>
            <a:endParaRPr lang="en-US" sz="1600" dirty="0"/>
          </a:p>
        </p:txBody>
      </p:sp>
      <p:sp>
        <p:nvSpPr>
          <p:cNvPr id="8" name="fish-のどぐろ"/>
          <p:cNvSpPr/>
          <p:nvPr/>
        </p:nvSpPr>
        <p:spPr>
          <a:xfrm>
            <a:off x="3246120" y="15087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fish-photo-のどぐろ"/>
          <p:cNvSpPr/>
          <p:nvPr/>
        </p:nvSpPr>
        <p:spPr>
          <a:xfrm>
            <a:off x="3383280" y="1645920"/>
            <a:ext cx="1005840" cy="105156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6459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写真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6459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のどぐろ</a:t>
            </a:r>
            <a:endParaRPr lang="en-US" sz="1600" dirty="0"/>
          </a:p>
        </p:txBody>
      </p:sp>
      <p:sp>
        <p:nvSpPr>
          <p:cNvPr id="12" name="fish-剣先イカ"/>
          <p:cNvSpPr/>
          <p:nvPr/>
        </p:nvSpPr>
        <p:spPr>
          <a:xfrm>
            <a:off x="6035040" y="15087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fish-photo-剣先イカ"/>
          <p:cNvSpPr/>
          <p:nvPr/>
        </p:nvSpPr>
        <p:spPr>
          <a:xfrm>
            <a:off x="6172200" y="1645920"/>
            <a:ext cx="1005840" cy="105156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6459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写真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64592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剣先イカ</a:t>
            </a:r>
            <a:endParaRPr lang="en-US" sz="1600" dirty="0"/>
          </a:p>
        </p:txBody>
      </p:sp>
      <p:sp>
        <p:nvSpPr>
          <p:cNvPr id="16" name="fish-マダイ"/>
          <p:cNvSpPr/>
          <p:nvPr/>
        </p:nvSpPr>
        <p:spPr>
          <a:xfrm>
            <a:off x="457200" y="30175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fish-photo-マダイ"/>
          <p:cNvSpPr/>
          <p:nvPr/>
        </p:nvSpPr>
        <p:spPr>
          <a:xfrm>
            <a:off x="594360" y="3154680"/>
            <a:ext cx="1005840" cy="105156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1546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写真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15468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マダイ</a:t>
            </a:r>
            <a:endParaRPr lang="en-US" sz="1600" dirty="0"/>
          </a:p>
        </p:txBody>
      </p:sp>
      <p:sp>
        <p:nvSpPr>
          <p:cNvPr id="20" name="fish-シマアジ"/>
          <p:cNvSpPr/>
          <p:nvPr/>
        </p:nvSpPr>
        <p:spPr>
          <a:xfrm>
            <a:off x="3246120" y="30175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fish-photo-シマアジ"/>
          <p:cNvSpPr/>
          <p:nvPr/>
        </p:nvSpPr>
        <p:spPr>
          <a:xfrm>
            <a:off x="3383280" y="3154680"/>
            <a:ext cx="1005840" cy="105156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31546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写真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15468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シマアジ</a:t>
            </a:r>
            <a:endParaRPr lang="en-US" sz="1600" dirty="0"/>
          </a:p>
        </p:txBody>
      </p:sp>
      <p:sp>
        <p:nvSpPr>
          <p:cNvPr id="24" name="fish-ヒラメ"/>
          <p:cNvSpPr/>
          <p:nvPr/>
        </p:nvSpPr>
        <p:spPr>
          <a:xfrm>
            <a:off x="6035040" y="30175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fish-photo-ヒラメ"/>
          <p:cNvSpPr/>
          <p:nvPr/>
        </p:nvSpPr>
        <p:spPr>
          <a:xfrm>
            <a:off x="6172200" y="3154680"/>
            <a:ext cx="1005840" cy="105156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1546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写真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15468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ヒラメ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現在の魚を見る  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まずは試して、気に入ったら定期便</a:t>
            </a:r>
            <a:endParaRPr lang="en-US" dirty="0"/>
          </a:p>
        </p:txBody>
      </p:sp>
      <p:sp>
        <p:nvSpPr>
          <p:cNvPr id="3" name="plan-card-01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まずは、お試し</a:t>
            </a:r>
            <a:endParaRPr lang="en-US" sz="1800" dirty="0"/>
          </a:p>
        </p:txBody>
      </p:sp>
      <p:sp>
        <p:nvSpPr>
          <p:cNvPr id="7" name="plan-photo-01"/>
          <p:cNvSpPr/>
          <p:nvPr/>
        </p:nvSpPr>
        <p:spPr>
          <a:xfrm>
            <a:off x="685800" y="214884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488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実際の厨房で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確認してください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サイズ・品質・仕込み状態をチェック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749040"/>
            <a:ext cx="35661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お試しセットを申し込む  →</a:t>
            </a:r>
            <a:endParaRPr lang="en-US" sz="1300" dirty="0"/>
          </a:p>
        </p:txBody>
      </p:sp>
      <p:sp>
        <p:nvSpPr>
          <p:cNvPr id="13" name="plan-card-02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気に入ったら、定期便</a:t>
            </a:r>
            <a:endParaRPr lang="en-US" sz="1800" dirty="0"/>
          </a:p>
        </p:txBody>
      </p:sp>
      <p:sp>
        <p:nvSpPr>
          <p:cNvPr id="17" name="plan-photo-02"/>
          <p:cNvSpPr/>
          <p:nvPr/>
        </p:nvSpPr>
        <p:spPr>
          <a:xfrm>
            <a:off x="4892040" y="2148840"/>
            <a:ext cx="1737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1488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画像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必要な魚を、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必要な量だけ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種類・サイズ・頻度を決めて継続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749040"/>
            <a:ext cx="35661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サブスク定期便を見る  →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江坂から、北新地・難波へ</a:t>
            </a:r>
            <a:endParaRPr lang="en-US" sz="3000" dirty="0"/>
          </a:p>
        </p:txBody>
      </p:sp>
      <p:sp>
        <p:nvSpPr>
          <p:cNvPr id="3" name="area-map"/>
          <p:cNvSpPr/>
          <p:nvPr/>
        </p:nvSpPr>
        <p:spPr>
          <a:xfrm>
            <a:off x="457200" y="1097280"/>
            <a:ext cx="49377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配送エリアの地図</a:t>
            </a:r>
            <a:endParaRPr lang="en-US" sz="1100" dirty="0"/>
          </a:p>
        </p:txBody>
      </p:sp>
      <p:sp>
        <p:nvSpPr>
          <p:cNvPr id="5" name="area-card"/>
          <p:cNvSpPr/>
          <p:nvPr/>
        </p:nvSpPr>
        <p:spPr>
          <a:xfrm>
            <a:off x="5669280" y="1097280"/>
            <a:ext cx="3017520" cy="33832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地域を限定するから、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783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解凍・仕込み・品質管理・小口配送まで、近い距離でつなげられる。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対応エリア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江坂 → 北新地・難波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広く売るより、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きちんと届ける。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産地。仕込みのアウトソーシング。小口の配送。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魚の仕入れを、もっとシンプルに。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対象となるお店</a:t>
            </a:r>
            <a:endParaRPr lang="en-US" sz="1200" dirty="0"/>
          </a:p>
        </p:txBody>
      </p:sp>
      <p:sp>
        <p:nvSpPr>
          <p:cNvPr id="5" name="tag-本町"/>
          <p:cNvSpPr/>
          <p:nvPr/>
        </p:nvSpPr>
        <p:spPr>
          <a:xfrm>
            <a:off x="5669280" y="1234440"/>
            <a:ext cx="14173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234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本町</a:t>
            </a:r>
            <a:endParaRPr lang="en-US" sz="1300" dirty="0"/>
          </a:p>
        </p:txBody>
      </p:sp>
      <p:sp>
        <p:nvSpPr>
          <p:cNvPr id="7" name="tag-梅田"/>
          <p:cNvSpPr/>
          <p:nvPr/>
        </p:nvSpPr>
        <p:spPr>
          <a:xfrm>
            <a:off x="7223760" y="1234440"/>
            <a:ext cx="14173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1234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梅田</a:t>
            </a:r>
            <a:endParaRPr lang="en-US" sz="1300" dirty="0"/>
          </a:p>
        </p:txBody>
      </p:sp>
      <p:sp>
        <p:nvSpPr>
          <p:cNvPr id="9" name="tag-日本料理"/>
          <p:cNvSpPr/>
          <p:nvPr/>
        </p:nvSpPr>
        <p:spPr>
          <a:xfrm>
            <a:off x="5669280" y="1965960"/>
            <a:ext cx="14173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9659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日本料理</a:t>
            </a:r>
            <a:endParaRPr lang="en-US" sz="1300" dirty="0"/>
          </a:p>
        </p:txBody>
      </p:sp>
      <p:sp>
        <p:nvSpPr>
          <p:cNvPr id="11" name="tag-居酒屋"/>
          <p:cNvSpPr/>
          <p:nvPr/>
        </p:nvSpPr>
        <p:spPr>
          <a:xfrm>
            <a:off x="7223760" y="1965960"/>
            <a:ext cx="14173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19659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居酒屋</a:t>
            </a:r>
            <a:endParaRPr lang="en-US" sz="1300" dirty="0"/>
          </a:p>
        </p:txBody>
      </p:sp>
      <p:sp>
        <p:nvSpPr>
          <p:cNvPr id="13" name="tag-イタリアン"/>
          <p:cNvSpPr/>
          <p:nvPr/>
        </p:nvSpPr>
        <p:spPr>
          <a:xfrm>
            <a:off x="5669280" y="2697480"/>
            <a:ext cx="14173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2697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イタリアン</a:t>
            </a:r>
            <a:endParaRPr lang="en-US" sz="1300" dirty="0"/>
          </a:p>
        </p:txBody>
      </p:sp>
      <p:sp>
        <p:nvSpPr>
          <p:cNvPr id="15" name="tag-フレンチ"/>
          <p:cNvSpPr/>
          <p:nvPr/>
        </p:nvSpPr>
        <p:spPr>
          <a:xfrm>
            <a:off x="7223760" y="2697480"/>
            <a:ext cx="141732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2697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フレンチ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産地で時間を止める。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江坂で時間を動かす。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FINE ATLAS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北新地・難波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飲食店向け地域限定サービス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e Atlas">
  <a:themeElements>
    <a:clrScheme name="Fine Atlas">
      <a:dk1>
        <a:srgbClr val="0B2A4A"/>
      </a:dk1>
      <a:lt1>
        <a:srgbClr val="FFFFFF"/>
      </a:lt1>
      <a:dk2>
        <a:srgbClr val="1B8FA0"/>
      </a:dk2>
      <a:lt2>
        <a:srgbClr val="E6F8FA"/>
      </a:lt2>
      <a:accent1>
        <a:srgbClr val="5BD1DE"/>
      </a:accent1>
      <a:accent2>
        <a:srgbClr val="0B2A4A"/>
      </a:accent2>
      <a:accent3>
        <a:srgbClr val="FF8A5B"/>
      </a:accent3>
      <a:accent4>
        <a:srgbClr val="BFEFF4"/>
      </a:accent4>
      <a:accent5>
        <a:srgbClr val="8A9BA8"/>
      </a:accent5>
      <a:accent6>
        <a:srgbClr val="1B8FA0"/>
      </a:accent6>
      <a:hlink>
        <a:srgbClr val="1B8FA0"/>
      </a:hlink>
      <a:folHlink>
        <a:srgbClr val="8A9BA8"/>
      </a:folHlink>
    </a:clrScheme>
    <a:fontScheme name="Fine Atlas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 ATLAS</dc:title>
  <dc:subject>PptxGenJS Presentation</dc:subject>
  <dc:creator>PptxGenJS</dc:creator>
  <cp:lastModifiedBy>PptxGenJS</cp:lastModifiedBy>
  <cp:revision>1</cp:revision>
  <dcterms:created xsi:type="dcterms:W3CDTF">2026-10-02T01:42:58Z</dcterms:created>
  <dcterms:modified xsi:type="dcterms:W3CDTF">2026-10-02T01:42:58Z</dcterms:modified>
</cp:coreProperties>
</file>
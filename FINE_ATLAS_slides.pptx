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NE ATLAS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498" y="0"/>
            <a:ext cx="489300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NE ATLAS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386" y="0"/>
            <a:ext cx="7535228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NE ATLAS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6401" y="0"/>
            <a:ext cx="4051198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NE ATLAS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845" y="0"/>
            <a:ext cx="546031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NE ATLAS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5350" y="0"/>
            <a:ext cx="625330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NE ATLAS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02781"/>
            <a:ext cx="9144000" cy="43379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NE ATLAS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7948"/>
            <a:ext cx="9144000" cy="45876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NE ATLAS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30467"/>
            <a:ext cx="9144000" cy="36825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NE ATLAS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90030"/>
            <a:ext cx="9144000" cy="3963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FINE ATLAS</dc:title>
  <dc:subject>PptxGenJS Presentation</dc:subject>
  <dc:creator>PptxGenJS</dc:creator>
  <cp:lastModifiedBy>PptxGenJS</cp:lastModifiedBy>
  <cp:revision>1</cp:revision>
  <dcterms:created xsi:type="dcterms:W3CDTF">2026-10-02T01:44:38Z</dcterms:created>
  <dcterms:modified xsi:type="dcterms:W3CDTF">2026-10-02T01:44:38Z</dcterms:modified>
</cp:coreProperties>
</file>